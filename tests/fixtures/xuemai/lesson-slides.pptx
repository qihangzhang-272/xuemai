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Fraction multiplication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Grade 6 Mathematics</a:t>
            </a:r>
          </a:p>
          <a:p>
            <a:r>
              <a:t>40-minute lesson</a:t>
            </a:r>
          </a:p>
          <a:p>
            <a:r>
              <a:t>Understand multiplication of fractions</a:t>
            </a:r>
          </a:p>
          <a:p>
            <a:r>
              <a:t>Practice explaining simplification</a:t>
            </a:r>
          </a:p>
          <a:p>
            <a:r>
              <a:t>Teaching material only; no student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